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How the System Works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Inputs: Customer demographics, repayment history, credit utilization, income, and debt-to-income ratio.</a:t>
            </a:r>
          </a:p>
          <a:p>
            <a:r>
              <a:t>Decision Logic: Logistic Regression model combines business rules and AI risk scores.</a:t>
            </a:r>
          </a:p>
          <a:p>
            <a:r>
              <a:t>Actions: Automated reminders, payment plans, and hardship support offers based on risk level.</a:t>
            </a:r>
          </a:p>
          <a:p>
            <a:r>
              <a:t>Learning Loop: System tracks repayment outcomes and continuously improves predictions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System Workflow</a:t>
            </a: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Customer data is collected from financial records and repayment history.</a:t>
            </a:r>
          </a:p>
          <a:p>
            <a:r>
              <a:t>2. AI model analyzes risk indicators and generates delinquency probability scores.</a:t>
            </a:r>
          </a:p>
          <a:p>
            <a:r>
              <a:t>3. Risk-based interventions are triggered automatically or escalated for review.</a:t>
            </a:r>
          </a:p>
          <a:p>
            <a:r>
              <a:t>4. Results are monitored to retrain and improve future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Role of Agentic AI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Autonomous Activities:</a:t>
            </a:r>
          </a:p>
          <a:p>
            <a:r>
              <a:t>• Sending payment reminders and SMS notifications</a:t>
            </a:r>
          </a:p>
          <a:p>
            <a:r>
              <a:t>• Generating repayment recommendations</a:t>
            </a:r>
          </a:p>
          <a:p>
            <a:r>
              <a:t>• Monitoring customer repayment behavior</a:t>
            </a:r>
          </a:p>
          <a:p/>
          <a:p>
            <a:r>
              <a:t>Human Oversight Activities:</a:t>
            </a:r>
          </a:p>
          <a:p>
            <a:r>
              <a:t>• Approving hardship plans for high-risk customers</a:t>
            </a:r>
          </a:p>
          <a:p>
            <a:r>
              <a:t>• Reviewing sensitive collection decisions</a:t>
            </a:r>
          </a:p>
          <a:p>
            <a:r>
              <a:t>• Auditing fairness and compliance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Responsible AI Guardrails</a:t>
            </a: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Fairness checks to reduce bias across income and age groups.</a:t>
            </a:r>
          </a:p>
          <a:p>
            <a:r>
              <a:t>Explainable AI models that clearly justify predictions.</a:t>
            </a:r>
          </a:p>
          <a:p>
            <a:r>
              <a:t>Human-in-the-loop oversight for sensitive financial decisions.</a:t>
            </a:r>
          </a:p>
          <a:p>
            <a:r>
              <a:t>Compliance with financial regulations, privacy, and data protection standards.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Business KPIs:</a:t>
            </a:r>
          </a:p>
          <a:p>
            <a:r>
              <a:t>• Reduce 30-day delinquency rates</a:t>
            </a:r>
          </a:p>
          <a:p>
            <a:r>
              <a:t>• Improve repayment recovery rates</a:t>
            </a:r>
          </a:p>
          <a:p>
            <a:r>
              <a:t>• Lower operational collection costs</a:t>
            </a:r>
          </a:p>
          <a:p>
            <a:r>
              <a:t>• Increase collections efficiency through automation</a:t>
            </a:r>
          </a:p>
          <a:p/>
          <a:p>
            <a:r>
              <a:t>Customer Outcomes:</a:t>
            </a:r>
          </a:p>
          <a:p>
            <a:r>
              <a:t>• Improved customer experience through timely support</a:t>
            </a:r>
          </a:p>
          <a:p>
            <a:r>
              <a:t>• Fairer and more transparent collection decisions</a:t>
            </a:r>
          </a:p>
          <a:p>
            <a:r>
              <a:t>• Faster response times and scalable customer outreach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